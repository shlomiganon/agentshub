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210215-D488-0F06-FF04-DF8DE2802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D90ECC1-5FE0-7F01-1842-EA35B81DE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AB82153-53C2-D5D4-9F7B-7FEB62B5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EC23F92-2DB2-2374-9F18-22DBD75EC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81E12B8-1F14-0AF0-7B00-DE2F5930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979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8D2F666-082D-E995-E81A-E0E0D2A1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ED0B83-B998-39B6-36E5-C3AEBCBE2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6AA76A0-37A3-DA40-CD8F-42333BD6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10411FD-EA26-15D6-75E3-77F76A83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2C96531-0125-7776-E7D3-CE0A0FF3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118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4758AA-4966-875D-FCD5-05222CF77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7DCEA9A-8731-B8BB-D242-25268DEAF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982E240-55D6-48F7-A631-85579590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9632768-6E54-1326-9A81-AE8FE189F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9384FC2-E7E6-EF9B-36E5-4AFF683C6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5668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E2C97D-7A2F-CEA2-621A-9FCA41E65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6E64AEB-9ED0-B9FD-A409-EDF2410B0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48A658B-A2B3-D889-C5F2-5D0A74417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427937A-6B63-DCBB-7270-3DB22197E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098F9B3-85FD-B1AE-DB12-1AE0D3E08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298894C-F23A-9E1D-658A-611027E2B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41238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C546BD-08DF-C838-ABB9-33E930571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0D3103E-A129-92B2-A4E4-288DA8A46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49CD749-810A-62D3-A015-C647DFD1A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6F2871D-9EA7-23B0-8CA1-5D7387D7E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CF2800B-C459-F7D6-6D1B-AB3905E20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6D06CBE-9549-0464-9131-222E65267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1D7C7389-BF00-53C8-BE57-81F64911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3E4537E8-B71F-6F9D-8220-9C4FC13B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30097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FBCFF1-1C01-D088-5990-6216768F6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D6F6344-F89E-457C-326E-FEF733D0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3CABCBE-06E9-6389-B0F9-394FC3C7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4747914-71FB-3A20-9968-C68FE5BC5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096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D8DDDFF-1D2E-D409-3E7B-BCD502EE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EAF6214-B657-CC5A-DD85-36940EB1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1B54FFD-E51F-9EE2-83A6-4AD54E7D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760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ADF469-D348-326F-6859-FB992CA78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E78EC46-A819-37F5-0309-6441483E0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C4F8E1E-F154-04AC-C906-7C27C3EB4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9192A9E-49C9-1254-34DD-5F0A118EE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2C2E1D4-F0B7-C98A-A70A-81097882A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CCA42D4-DE45-0F8C-B416-40831A76F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6865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EA0F1D0-FB3B-DFA0-1B25-7A52370B0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4D690ED3-5AB5-6122-55BC-5CCC41649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078F5BB-3F23-3CA4-AE6B-61743286B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D349E9F-44D6-AE3A-338B-4A565C50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3673F84-3822-FF25-53DB-82A2A131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A095A74-6A2E-403E-9B92-C7A52778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0163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4629F6-657D-27CB-D050-1C6AC1A5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C51E43B-7756-E5FA-432F-D720C3EC1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CD939A8-191D-448F-BAE2-AD807B1E4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F239398-AB12-481F-6229-8F7AF78A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37FB515-D588-09A3-A705-688CE5F1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5373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6D05D75-A6BC-1A1C-D436-180E2ABC9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25F1D98-C650-1615-F65C-B8A306FE4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EB7D12-7FA7-3393-C663-F3F2A5C72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61D690C-AB76-41E6-C2CF-CD723BD4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0893045-2854-538E-3BB9-36B63E23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9124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71197B8-C54E-FE70-1993-50A8A4352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774E4ED-3B6B-51A6-DC53-AD4DE4E1B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59E693-AF95-C377-C42D-42A960147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BE0053-837F-4510-BDD3-03379A8FE19D}" type="datetimeFigureOut">
              <a:rPr lang="he-IL" smtClean="0"/>
              <a:t>ז'/אלול/תשפ"ו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84C6D82-0737-B6CC-0C04-4B18E25BF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A8B76A1-9130-40C7-3DB1-70A05392A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67A8B-D080-473C-A77C-51813ED8814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647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A7B93F5B-93F2-53C3-7A40-D06938796B76}"/>
              </a:ext>
            </a:extLst>
          </p:cNvPr>
          <p:cNvSpPr/>
          <p:nvPr/>
        </p:nvSpPr>
        <p:spPr>
          <a:xfrm>
            <a:off x="646043" y="268357"/>
            <a:ext cx="11032435" cy="6380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6E599E7-CFD7-7789-4D36-AF02DC6CBBEE}"/>
              </a:ext>
            </a:extLst>
          </p:cNvPr>
          <p:cNvSpPr txBox="1"/>
          <p:nvPr/>
        </p:nvSpPr>
        <p:spPr>
          <a:xfrm>
            <a:off x="3488634" y="268357"/>
            <a:ext cx="5635487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b="1" dirty="0">
                <a:solidFill>
                  <a:schemeClr val="bg1"/>
                </a:solidFill>
              </a:rPr>
              <a:t>סוכן ראשי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F065D2A6-CE65-51F3-21C0-F767C2C68380}"/>
              </a:ext>
            </a:extLst>
          </p:cNvPr>
          <p:cNvSpPr/>
          <p:nvPr/>
        </p:nvSpPr>
        <p:spPr>
          <a:xfrm>
            <a:off x="7981122" y="1212574"/>
            <a:ext cx="2961861" cy="46216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he-IL" sz="2000" b="1" dirty="0"/>
              <a:t>פרוטוקולים - מוגדרים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A501E71-5400-1A8A-F45E-B3F2E0E7FD84}"/>
              </a:ext>
            </a:extLst>
          </p:cNvPr>
          <p:cNvSpPr/>
          <p:nvPr/>
        </p:nvSpPr>
        <p:spPr>
          <a:xfrm>
            <a:off x="8100392" y="1719470"/>
            <a:ext cx="2723322" cy="1311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1600" dirty="0"/>
              <a:t>מגדיר מה עושים מה התוצאה הצפויה שמוגדרת כהצלחה ואיזה תתי סוכנים אמורים לקבל מידע במצב הנוכחי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360CB69-A192-6581-C560-AF54B8F9DC54}"/>
              </a:ext>
            </a:extLst>
          </p:cNvPr>
          <p:cNvSpPr/>
          <p:nvPr/>
        </p:nvSpPr>
        <p:spPr>
          <a:xfrm>
            <a:off x="8100391" y="3826855"/>
            <a:ext cx="2723322" cy="1917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name = “….”</a:t>
            </a:r>
          </a:p>
          <a:p>
            <a:pPr algn="l"/>
            <a:r>
              <a:rPr lang="en-US" dirty="0"/>
              <a:t>Permissions-Tools = []</a:t>
            </a:r>
            <a:endParaRPr lang="he-IL" dirty="0"/>
          </a:p>
          <a:p>
            <a:pPr algn="l"/>
            <a:r>
              <a:rPr lang="en-US" dirty="0"/>
              <a:t>Agents = []</a:t>
            </a:r>
            <a:br>
              <a:rPr lang="en-US" dirty="0"/>
            </a:br>
            <a:r>
              <a:rPr lang="en-US" dirty="0"/>
              <a:t>success output= “…”</a:t>
            </a:r>
          </a:p>
          <a:p>
            <a:pPr algn="l"/>
            <a:r>
              <a:rPr lang="en-US" dirty="0"/>
              <a:t>}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F675D27-9D22-E7D1-8A6E-FEF5CF98392D}"/>
              </a:ext>
            </a:extLst>
          </p:cNvPr>
          <p:cNvSpPr/>
          <p:nvPr/>
        </p:nvSpPr>
        <p:spPr>
          <a:xfrm>
            <a:off x="4452732" y="1212574"/>
            <a:ext cx="2961861" cy="46216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he-IL" sz="2000" b="1" dirty="0"/>
              <a:t>סוכנים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5BAAD25-5FBF-7EBF-8A41-E233C099A13F}"/>
              </a:ext>
            </a:extLst>
          </p:cNvPr>
          <p:cNvSpPr/>
          <p:nvPr/>
        </p:nvSpPr>
        <p:spPr>
          <a:xfrm>
            <a:off x="4621696" y="1808489"/>
            <a:ext cx="2623931" cy="20227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l"/>
            <a:r>
              <a:rPr lang="en-US" dirty="0"/>
              <a:t>Agent = </a:t>
            </a:r>
            <a:br>
              <a:rPr lang="en-US" dirty="0"/>
            </a:b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tools = […..]</a:t>
            </a:r>
            <a:br>
              <a:rPr lang="en-US" dirty="0"/>
            </a:br>
            <a:r>
              <a:rPr lang="en-US" dirty="0"/>
              <a:t>rule = “…”</a:t>
            </a:r>
          </a:p>
          <a:p>
            <a:pPr algn="l"/>
            <a:r>
              <a:rPr lang="en-US" dirty="0"/>
              <a:t>System </a:t>
            </a:r>
            <a:r>
              <a:rPr lang="en-US" dirty="0" err="1"/>
              <a:t>promp</a:t>
            </a:r>
            <a:r>
              <a:rPr lang="en-US" dirty="0"/>
              <a:t> = “….”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D3DF64E5-4830-DC9E-DA5E-10EE5D90415E}"/>
              </a:ext>
            </a:extLst>
          </p:cNvPr>
          <p:cNvSpPr/>
          <p:nvPr/>
        </p:nvSpPr>
        <p:spPr>
          <a:xfrm>
            <a:off x="4621696" y="5208392"/>
            <a:ext cx="2623931" cy="527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Crew AI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DEE3D9B0-76AE-4209-B3CF-BD34FF262560}"/>
              </a:ext>
            </a:extLst>
          </p:cNvPr>
          <p:cNvSpPr/>
          <p:nvPr/>
        </p:nvSpPr>
        <p:spPr>
          <a:xfrm>
            <a:off x="954157" y="1212574"/>
            <a:ext cx="2961861" cy="462169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he-IL" sz="2000" b="1" dirty="0"/>
              <a:t>מערכת ההיסטוריה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990D9414-7572-4096-28AA-08F943073B21}"/>
              </a:ext>
            </a:extLst>
          </p:cNvPr>
          <p:cNvSpPr/>
          <p:nvPr/>
        </p:nvSpPr>
        <p:spPr>
          <a:xfrm>
            <a:off x="1123121" y="1808489"/>
            <a:ext cx="2623931" cy="1312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סוכן היסטוריה</a:t>
            </a:r>
            <a:endParaRPr lang="en-US" dirty="0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CA02F1D4-9CEC-DF83-1E86-5A9670260A89}"/>
              </a:ext>
            </a:extLst>
          </p:cNvPr>
          <p:cNvSpPr/>
          <p:nvPr/>
        </p:nvSpPr>
        <p:spPr>
          <a:xfrm>
            <a:off x="1093306" y="4423921"/>
            <a:ext cx="2623931" cy="1312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8000" b="1" dirty="0"/>
              <a:t>DB</a:t>
            </a:r>
          </a:p>
        </p:txBody>
      </p:sp>
    </p:spTree>
    <p:extLst>
      <p:ext uri="{BB962C8B-B14F-4D97-AF65-F5344CB8AC3E}">
        <p14:creationId xmlns:p14="http://schemas.microsoft.com/office/powerpoint/2010/main" val="405629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693505F0-8809-3333-4201-5315E06696E7}"/>
              </a:ext>
            </a:extLst>
          </p:cNvPr>
          <p:cNvSpPr/>
          <p:nvPr/>
        </p:nvSpPr>
        <p:spPr>
          <a:xfrm>
            <a:off x="646043" y="268357"/>
            <a:ext cx="11032435" cy="6380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he-IL" sz="3600" dirty="0"/>
              <a:t>חוזה של סוכן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0994AD6-2440-B927-3AD7-C37CE1EF43D2}"/>
              </a:ext>
            </a:extLst>
          </p:cNvPr>
          <p:cNvSpPr/>
          <p:nvPr/>
        </p:nvSpPr>
        <p:spPr>
          <a:xfrm>
            <a:off x="1540563" y="1361662"/>
            <a:ext cx="9243394" cy="6659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/>
            <a:r>
              <a:rPr lang="en-US" sz="3600" dirty="0"/>
              <a:t>Role = what is the agent care about</a:t>
            </a:r>
            <a:endParaRPr lang="he-IL" sz="36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02EA20B-F6F7-A647-0CF4-A01C304930BF}"/>
              </a:ext>
            </a:extLst>
          </p:cNvPr>
          <p:cNvSpPr/>
          <p:nvPr/>
        </p:nvSpPr>
        <p:spPr>
          <a:xfrm>
            <a:off x="1540563" y="2454967"/>
            <a:ext cx="9243394" cy="6659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/>
            <a:r>
              <a:rPr lang="en-US" sz="3600" dirty="0"/>
              <a:t>Tools = [tool1,tool2,…..]</a:t>
            </a:r>
            <a:endParaRPr lang="he-IL" sz="3600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23114E5F-B22B-83E8-4FC6-A091252A485D}"/>
              </a:ext>
            </a:extLst>
          </p:cNvPr>
          <p:cNvSpPr/>
          <p:nvPr/>
        </p:nvSpPr>
        <p:spPr>
          <a:xfrm>
            <a:off x="1540563" y="3548272"/>
            <a:ext cx="9243394" cy="6659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/>
            <a:r>
              <a:rPr lang="en-US" sz="3600" dirty="0"/>
              <a:t>Handle(action = “do …” , </a:t>
            </a:r>
            <a:r>
              <a:rPr lang="en-US" sz="3600" dirty="0" err="1"/>
              <a:t>allowed_tools</a:t>
            </a:r>
            <a:r>
              <a:rPr lang="en-US" sz="3600" dirty="0"/>
              <a:t>);</a:t>
            </a: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401490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7357A-CF66-1811-D2DB-48F559E6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4B55CFD6-21B0-885F-F8E6-376CFD40DDB1}"/>
              </a:ext>
            </a:extLst>
          </p:cNvPr>
          <p:cNvSpPr/>
          <p:nvPr/>
        </p:nvSpPr>
        <p:spPr>
          <a:xfrm>
            <a:off x="646043" y="268357"/>
            <a:ext cx="11032435" cy="6380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he-IL" sz="3600" dirty="0"/>
              <a:t>סוכן חוזי</a:t>
            </a: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69A826E0-3002-3083-40AA-63C4183D90E2}"/>
              </a:ext>
            </a:extLst>
          </p:cNvPr>
          <p:cNvSpPr/>
          <p:nvPr/>
        </p:nvSpPr>
        <p:spPr>
          <a:xfrm>
            <a:off x="1540563" y="1361662"/>
            <a:ext cx="9243394" cy="6659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/>
            <a:r>
              <a:rPr lang="en-US" sz="3600" dirty="0"/>
              <a:t>Role = what is the agent care about</a:t>
            </a:r>
            <a:endParaRPr lang="he-IL" sz="36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2A72C5AA-3885-8E3D-18A6-0A9970754275}"/>
              </a:ext>
            </a:extLst>
          </p:cNvPr>
          <p:cNvSpPr/>
          <p:nvPr/>
        </p:nvSpPr>
        <p:spPr>
          <a:xfrm>
            <a:off x="1540563" y="2454967"/>
            <a:ext cx="9243394" cy="6659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/>
            <a:r>
              <a:rPr lang="en-US" sz="3600" dirty="0"/>
              <a:t>Tools = [tool1,tool2,…..]</a:t>
            </a:r>
            <a:endParaRPr lang="he-IL" sz="3600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89821A07-0D0F-B49B-C4DE-4605E994DF1A}"/>
              </a:ext>
            </a:extLst>
          </p:cNvPr>
          <p:cNvSpPr/>
          <p:nvPr/>
        </p:nvSpPr>
        <p:spPr>
          <a:xfrm>
            <a:off x="1540563" y="3548272"/>
            <a:ext cx="9243394" cy="6659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/>
            <a:r>
              <a:rPr lang="en-US" sz="3600" dirty="0"/>
              <a:t>Handle(action = “do …” , </a:t>
            </a:r>
            <a:r>
              <a:rPr lang="en-US" sz="3600" dirty="0" err="1"/>
              <a:t>allowed_tools</a:t>
            </a:r>
            <a:r>
              <a:rPr lang="en-US" sz="3600" dirty="0"/>
              <a:t>);</a:t>
            </a: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1567137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1CC6-6368-16B9-49F6-0452CC9E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6B6CA648-C247-409E-D87B-8007023C12EF}"/>
              </a:ext>
            </a:extLst>
          </p:cNvPr>
          <p:cNvSpPr/>
          <p:nvPr/>
        </p:nvSpPr>
        <p:spPr>
          <a:xfrm>
            <a:off x="579782" y="238539"/>
            <a:ext cx="11032435" cy="6380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ctr"/>
            <a:r>
              <a:rPr lang="en-US" sz="3600" dirty="0"/>
              <a:t>ENDPOINTS</a:t>
            </a:r>
            <a:endParaRPr lang="he-IL" sz="3600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DA76A13D-E4D1-5387-6288-30D02110067B}"/>
              </a:ext>
            </a:extLst>
          </p:cNvPr>
          <p:cNvSpPr/>
          <p:nvPr/>
        </p:nvSpPr>
        <p:spPr>
          <a:xfrm>
            <a:off x="1474303" y="1282150"/>
            <a:ext cx="9243394" cy="6659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/>
            <a:r>
              <a:rPr lang="en-US" sz="3600" dirty="0"/>
              <a:t>POST /Event</a:t>
            </a:r>
            <a:endParaRPr lang="he-IL" sz="3600" dirty="0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0ECDDB46-9479-C3A9-D5CA-42CDB951FA35}"/>
              </a:ext>
            </a:extLst>
          </p:cNvPr>
          <p:cNvSpPr/>
          <p:nvPr/>
        </p:nvSpPr>
        <p:spPr>
          <a:xfrm>
            <a:off x="1474303" y="2445029"/>
            <a:ext cx="9243394" cy="66592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/>
            <a:r>
              <a:rPr lang="en-US" sz="3600" dirty="0"/>
              <a:t>POST /Msg</a:t>
            </a: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369708385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130</Words>
  <Application>Microsoft Office PowerPoint</Application>
  <PresentationFormat>מסך רחב</PresentationFormat>
  <Paragraphs>25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Shlomi Ganon</dc:creator>
  <cp:lastModifiedBy>Shlomi Ganon</cp:lastModifiedBy>
  <cp:revision>5</cp:revision>
  <dcterms:created xsi:type="dcterms:W3CDTF">2026-08-20T13:54:18Z</dcterms:created>
  <dcterms:modified xsi:type="dcterms:W3CDTF">2026-08-20T14:11:31Z</dcterms:modified>
</cp:coreProperties>
</file>