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3210215-D488-0F06-FF04-DF8DE2802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FD90ECC1-5FE0-7F01-1842-EA35B81DE0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AB82153-53C2-D5D4-9F7B-7FEB62B51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EC23F92-2DB2-2374-9F18-22DBD75E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A81E12B8-1F14-0AF0-7B00-DE2F5930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6979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8D2F666-082D-E995-E81A-E0E0D2A1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8ED0B83-B998-39B6-36E5-C3AEBCBE2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6AA76A0-37A3-DA40-CD8F-42333BD6D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10411FD-EA26-15D6-75E3-77F76A838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2C96531-0125-7776-E7D3-CE0A0FF3E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5118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E4758AA-4966-875D-FCD5-05222CF77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87DCEA9A-8731-B8BB-D242-25268DEA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982E240-55D6-48F7-A631-855795904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9632768-6E54-1326-9A81-AE8FE189F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9384FC2-E7E6-EF9B-36E5-4AFF683C6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55668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6E2C97D-7A2F-CEA2-621A-9FCA41E65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B6E64AEB-9ED0-B9FD-A409-EDF2410B0A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948A658B-A2B3-D889-C5F2-5D0A74417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D427937A-6B63-DCBB-7270-3DB22197E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5098F9B3-85FD-B1AE-DB12-1AE0D3E08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7298894C-F23A-9E1D-658A-611027E2B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41238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8C546BD-08DF-C838-ABB9-33E930571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0D3103E-A129-92B2-A4E4-288DA8A46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649CD749-810A-62D3-A015-C647DFD1A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56F2871D-9EA7-23B0-8CA1-5D7387D7E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ECF2800B-C459-F7D6-6D1B-AB3905E20E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96D06CBE-9549-0464-9131-222E65267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1D7C7389-BF00-53C8-BE57-81F64911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3E4537E8-B71F-6F9D-8220-9C4FC13B2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30097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4FBCFF1-1C01-D088-5990-6216768F6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CD6F6344-F89E-457C-326E-FEF733D05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93CABCBE-06E9-6389-B0F9-394FC3C70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F4747914-71FB-3A20-9968-C68FE5BC5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70969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BD8DDDFF-1D2E-D409-3E7B-BCD502EE0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CEAF6214-B657-CC5A-DD85-36940EB1E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71B54FFD-E51F-9EE2-83A6-4AD54E7DD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5760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0ADF469-D348-326F-6859-FB992CA78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E78EC46-A819-37F5-0309-6441483E09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CC4F8E1E-F154-04AC-C906-7C27C3EB4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89192A9E-49C9-1254-34DD-5F0A118EE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2C2E1D4-F0B7-C98A-A70A-81097882A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4CCA42D4-DE45-0F8C-B416-40831A76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68653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EA0F1D0-FB3B-DFA0-1B25-7A52370B0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4D690ED3-5AB5-6122-55BC-5CCC41649E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2078F5BB-3F23-3CA4-AE6B-61743286BF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DD349E9F-44D6-AE3A-338B-4A565C50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3673F84-3822-FF25-53DB-82A2A1313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1A095A74-6A2E-403E-9B92-C7A527783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0163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94629F6-657D-27CB-D050-1C6AC1A56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7C51E43B-7756-E5FA-432F-D720C3EC19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CD939A8-191D-448F-BAE2-AD807B1E4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F239398-AB12-481F-6229-8F7AF78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A37FB515-D588-09A3-A705-688CE5F15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45373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86D05D75-A6BC-1A1C-D436-180E2ABC9A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E25F1D98-C650-1615-F65C-B8A306FE45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2EB7D12-7FA7-3393-C663-F3F2A5C72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61D690C-AB76-41E6-C2CF-CD723BD41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0893045-2854-538E-3BB9-36B63E23E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1247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471197B8-C54E-FE70-1993-50A8A4352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7774E4ED-3B6B-51A6-DC53-AD4DE4E1B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B59E693-AF95-C377-C42D-42A96014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BE0053-837F-4510-BDD3-03379A8FE19D}" type="datetimeFigureOut">
              <a:rPr lang="he-IL" smtClean="0"/>
              <a:t>ז'/אלול/תשפ"ו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84C6D82-0737-B6CC-0C04-4B18E25BFA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A8B76A1-9130-40C7-3DB1-70A05392A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56471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A7B93F5B-93F2-53C3-7A40-D06938796B76}"/>
              </a:ext>
            </a:extLst>
          </p:cNvPr>
          <p:cNvSpPr/>
          <p:nvPr/>
        </p:nvSpPr>
        <p:spPr>
          <a:xfrm>
            <a:off x="646043" y="268357"/>
            <a:ext cx="11032435" cy="6380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4000" b="1">
                <a:solidFill>
                  <a:schemeClr val="bg1"/>
                </a:solidFill>
              </a:rPr>
              <a:t>סוכן ראשי</a:t>
            </a:r>
            <a:endParaRPr lang="he-IL" sz="4000" b="1" dirty="0">
              <a:solidFill>
                <a:schemeClr val="bg1"/>
              </a:solidFill>
            </a:endParaRP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F065D2A6-CE65-51F3-21C0-F767C2C68380}"/>
              </a:ext>
            </a:extLst>
          </p:cNvPr>
          <p:cNvSpPr/>
          <p:nvPr/>
        </p:nvSpPr>
        <p:spPr>
          <a:xfrm>
            <a:off x="7981122" y="1212574"/>
            <a:ext cx="2961861" cy="462169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2000" b="1" dirty="0"/>
              <a:t>פרוטוקולים - מוגדרים</a:t>
            </a: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1A501E71-5400-1A8A-F45E-B3F2E0E7FD84}"/>
              </a:ext>
            </a:extLst>
          </p:cNvPr>
          <p:cNvSpPr/>
          <p:nvPr/>
        </p:nvSpPr>
        <p:spPr>
          <a:xfrm>
            <a:off x="8100392" y="1719470"/>
            <a:ext cx="2723322" cy="13116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1600" dirty="0"/>
              <a:t>מגדיר מה עושים מה התוצאה הצפויה שמוגדרת כהצלחה ואיזה תתי סוכנים אמורים לקבל מידע במצב הנוכחי</a:t>
            </a:r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2360CB69-A192-6581-C560-AF54B8F9DC54}"/>
              </a:ext>
            </a:extLst>
          </p:cNvPr>
          <p:cNvSpPr/>
          <p:nvPr/>
        </p:nvSpPr>
        <p:spPr>
          <a:xfrm>
            <a:off x="8100391" y="3826855"/>
            <a:ext cx="2723322" cy="19179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/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name = “….”</a:t>
            </a:r>
          </a:p>
          <a:p>
            <a:pPr algn="l"/>
            <a:r>
              <a:rPr lang="en-US" dirty="0"/>
              <a:t>Permissions-Tools = []</a:t>
            </a:r>
            <a:endParaRPr lang="he-IL" dirty="0"/>
          </a:p>
          <a:p>
            <a:pPr algn="l"/>
            <a:r>
              <a:rPr lang="en-US" dirty="0"/>
              <a:t>Agents = []</a:t>
            </a:r>
            <a:br>
              <a:rPr lang="en-US" dirty="0"/>
            </a:br>
            <a:r>
              <a:rPr lang="en-US" dirty="0"/>
              <a:t>success output= “…”</a:t>
            </a:r>
          </a:p>
          <a:p>
            <a:pPr algn="l"/>
            <a:r>
              <a:rPr lang="en-US" dirty="0"/>
              <a:t>}</a:t>
            </a:r>
          </a:p>
        </p:txBody>
      </p:sp>
      <p:sp>
        <p:nvSpPr>
          <p:cNvPr id="9" name="מלבן 8">
            <a:hlinkClick r:id="rId2" action="ppaction://hlinksldjump"/>
            <a:extLst>
              <a:ext uri="{FF2B5EF4-FFF2-40B4-BE49-F238E27FC236}">
                <a16:creationId xmlns:a16="http://schemas.microsoft.com/office/drawing/2014/main" id="{1F675D27-9D22-E7D1-8A6E-FEF5CF98392D}"/>
              </a:ext>
            </a:extLst>
          </p:cNvPr>
          <p:cNvSpPr/>
          <p:nvPr/>
        </p:nvSpPr>
        <p:spPr>
          <a:xfrm>
            <a:off x="4452732" y="1212574"/>
            <a:ext cx="2961861" cy="462169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2000" b="1" dirty="0"/>
              <a:t>סוכנים</a:t>
            </a:r>
          </a:p>
        </p:txBody>
      </p:sp>
      <p:sp>
        <p:nvSpPr>
          <p:cNvPr id="10" name="מלבן 9">
            <a:extLst>
              <a:ext uri="{FF2B5EF4-FFF2-40B4-BE49-F238E27FC236}">
                <a16:creationId xmlns:a16="http://schemas.microsoft.com/office/drawing/2014/main" id="{55BAAD25-5FBF-7EBF-8A41-E233C099A13F}"/>
              </a:ext>
            </a:extLst>
          </p:cNvPr>
          <p:cNvSpPr/>
          <p:nvPr/>
        </p:nvSpPr>
        <p:spPr>
          <a:xfrm>
            <a:off x="4621696" y="1808489"/>
            <a:ext cx="2623931" cy="20227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/>
            <a:r>
              <a:rPr lang="en-US" dirty="0"/>
              <a:t>Agent = </a:t>
            </a:r>
            <a:br>
              <a:rPr lang="en-US" dirty="0"/>
            </a:b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tools = […..]</a:t>
            </a:r>
            <a:br>
              <a:rPr lang="en-US" dirty="0"/>
            </a:br>
            <a:r>
              <a:rPr lang="en-US" dirty="0"/>
              <a:t>rule = “…”</a:t>
            </a:r>
          </a:p>
          <a:p>
            <a:pPr algn="l"/>
            <a:r>
              <a:rPr lang="en-US" dirty="0"/>
              <a:t>System </a:t>
            </a:r>
            <a:r>
              <a:rPr lang="en-US" dirty="0" err="1"/>
              <a:t>promp</a:t>
            </a:r>
            <a:r>
              <a:rPr lang="en-US" dirty="0"/>
              <a:t> = “….”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D3DF64E5-4830-DC9E-DA5E-10EE5D90415E}"/>
              </a:ext>
            </a:extLst>
          </p:cNvPr>
          <p:cNvSpPr/>
          <p:nvPr/>
        </p:nvSpPr>
        <p:spPr>
          <a:xfrm>
            <a:off x="4621696" y="5208392"/>
            <a:ext cx="2623931" cy="5276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b="1" dirty="0">
                <a:solidFill>
                  <a:srgbClr val="FF0000"/>
                </a:solidFill>
              </a:rPr>
              <a:t>Crew AI</a:t>
            </a:r>
          </a:p>
        </p:txBody>
      </p:sp>
      <p:sp>
        <p:nvSpPr>
          <p:cNvPr id="12" name="מלבן 11">
            <a:hlinkClick r:id="rId3" action="ppaction://hlinksldjump"/>
            <a:extLst>
              <a:ext uri="{FF2B5EF4-FFF2-40B4-BE49-F238E27FC236}">
                <a16:creationId xmlns:a16="http://schemas.microsoft.com/office/drawing/2014/main" id="{DEE3D9B0-76AE-4209-B3CF-BD34FF262560}"/>
              </a:ext>
            </a:extLst>
          </p:cNvPr>
          <p:cNvSpPr/>
          <p:nvPr/>
        </p:nvSpPr>
        <p:spPr>
          <a:xfrm>
            <a:off x="954157" y="1212574"/>
            <a:ext cx="2961861" cy="462169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2000" b="1" dirty="0"/>
              <a:t>מערכת ההיסטוריה</a:t>
            </a: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990D9414-7572-4096-28AA-08F943073B21}"/>
              </a:ext>
            </a:extLst>
          </p:cNvPr>
          <p:cNvSpPr/>
          <p:nvPr/>
        </p:nvSpPr>
        <p:spPr>
          <a:xfrm>
            <a:off x="1123121" y="1808489"/>
            <a:ext cx="2623931" cy="1312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סוכן היסטוריה</a:t>
            </a:r>
            <a:endParaRPr lang="en-US" dirty="0"/>
          </a:p>
        </p:txBody>
      </p:sp>
      <p:sp>
        <p:nvSpPr>
          <p:cNvPr id="18" name="מלבן 17">
            <a:extLst>
              <a:ext uri="{FF2B5EF4-FFF2-40B4-BE49-F238E27FC236}">
                <a16:creationId xmlns:a16="http://schemas.microsoft.com/office/drawing/2014/main" id="{CA02F1D4-9CEC-DF83-1E86-5A9670260A89}"/>
              </a:ext>
            </a:extLst>
          </p:cNvPr>
          <p:cNvSpPr/>
          <p:nvPr/>
        </p:nvSpPr>
        <p:spPr>
          <a:xfrm>
            <a:off x="1093306" y="4423921"/>
            <a:ext cx="2623931" cy="1312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8000" b="1" dirty="0"/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40562931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מלבן 4">
            <a:extLst>
              <a:ext uri="{FF2B5EF4-FFF2-40B4-BE49-F238E27FC236}">
                <a16:creationId xmlns:a16="http://schemas.microsoft.com/office/drawing/2014/main" id="{693505F0-8809-3333-4201-5315E06696E7}"/>
              </a:ext>
            </a:extLst>
          </p:cNvPr>
          <p:cNvSpPr/>
          <p:nvPr/>
        </p:nvSpPr>
        <p:spPr>
          <a:xfrm>
            <a:off x="646043" y="268357"/>
            <a:ext cx="11032435" cy="6380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3600" dirty="0"/>
              <a:t>חוזה של סוכן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80994AD6-2440-B927-3AD7-C37CE1EF43D2}"/>
              </a:ext>
            </a:extLst>
          </p:cNvPr>
          <p:cNvSpPr/>
          <p:nvPr/>
        </p:nvSpPr>
        <p:spPr>
          <a:xfrm>
            <a:off x="1540563" y="1361662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Role = what is the agent care about</a:t>
            </a:r>
            <a:endParaRPr lang="he-IL" sz="3600" dirty="0"/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802EA20B-F6F7-A647-0CF4-A01C304930BF}"/>
              </a:ext>
            </a:extLst>
          </p:cNvPr>
          <p:cNvSpPr/>
          <p:nvPr/>
        </p:nvSpPr>
        <p:spPr>
          <a:xfrm>
            <a:off x="1540563" y="2454967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Tools = [tool1,tool2,…..]</a:t>
            </a:r>
            <a:endParaRPr lang="he-IL" sz="3600" dirty="0"/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23114E5F-B22B-83E8-4FC6-A091252A485D}"/>
              </a:ext>
            </a:extLst>
          </p:cNvPr>
          <p:cNvSpPr/>
          <p:nvPr/>
        </p:nvSpPr>
        <p:spPr>
          <a:xfrm>
            <a:off x="1540563" y="3548272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Handle(action = “do …” , </a:t>
            </a:r>
            <a:r>
              <a:rPr lang="en-US" sz="3600" dirty="0" err="1"/>
              <a:t>allowed_tools</a:t>
            </a:r>
            <a:r>
              <a:rPr lang="en-US" sz="3600" dirty="0"/>
              <a:t>);</a:t>
            </a:r>
            <a:endParaRPr lang="he-IL" sz="3600" dirty="0"/>
          </a:p>
        </p:txBody>
      </p:sp>
    </p:spTree>
    <p:extLst>
      <p:ext uri="{BB962C8B-B14F-4D97-AF65-F5344CB8AC3E}">
        <p14:creationId xmlns:p14="http://schemas.microsoft.com/office/powerpoint/2010/main" val="4014906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7357A-CF66-1811-D2DB-48F559E6C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מלבן 4">
            <a:extLst>
              <a:ext uri="{FF2B5EF4-FFF2-40B4-BE49-F238E27FC236}">
                <a16:creationId xmlns:a16="http://schemas.microsoft.com/office/drawing/2014/main" id="{4B55CFD6-21B0-885F-F8E6-376CFD40DDB1}"/>
              </a:ext>
            </a:extLst>
          </p:cNvPr>
          <p:cNvSpPr/>
          <p:nvPr/>
        </p:nvSpPr>
        <p:spPr>
          <a:xfrm>
            <a:off x="646043" y="268357"/>
            <a:ext cx="11032435" cy="6380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3600" dirty="0"/>
              <a:t>סוכן חוזי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69A826E0-3002-3083-40AA-63C4183D90E2}"/>
              </a:ext>
            </a:extLst>
          </p:cNvPr>
          <p:cNvSpPr/>
          <p:nvPr/>
        </p:nvSpPr>
        <p:spPr>
          <a:xfrm>
            <a:off x="1540563" y="1361662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Role = what is the agent care about</a:t>
            </a:r>
            <a:endParaRPr lang="he-IL" sz="3600" dirty="0"/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2A72C5AA-3885-8E3D-18A6-0A9970754275}"/>
              </a:ext>
            </a:extLst>
          </p:cNvPr>
          <p:cNvSpPr/>
          <p:nvPr/>
        </p:nvSpPr>
        <p:spPr>
          <a:xfrm>
            <a:off x="1540563" y="2454967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Tools = [tool1,tool2,…..]</a:t>
            </a:r>
            <a:endParaRPr lang="he-IL" sz="3600" dirty="0"/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89821A07-0D0F-B49B-C4DE-4605E994DF1A}"/>
              </a:ext>
            </a:extLst>
          </p:cNvPr>
          <p:cNvSpPr/>
          <p:nvPr/>
        </p:nvSpPr>
        <p:spPr>
          <a:xfrm>
            <a:off x="1540563" y="3548272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Handle(action = “do …” , </a:t>
            </a:r>
            <a:r>
              <a:rPr lang="en-US" sz="3600" dirty="0" err="1"/>
              <a:t>allowed_tools</a:t>
            </a:r>
            <a:r>
              <a:rPr lang="en-US" sz="3600" dirty="0"/>
              <a:t>);</a:t>
            </a:r>
            <a:endParaRPr lang="he-IL" sz="3600" dirty="0"/>
          </a:p>
        </p:txBody>
      </p:sp>
    </p:spTree>
    <p:extLst>
      <p:ext uri="{BB962C8B-B14F-4D97-AF65-F5344CB8AC3E}">
        <p14:creationId xmlns:p14="http://schemas.microsoft.com/office/powerpoint/2010/main" val="1567137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1CC6-6368-16B9-49F6-0452CC9E2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מלבן 4">
            <a:extLst>
              <a:ext uri="{FF2B5EF4-FFF2-40B4-BE49-F238E27FC236}">
                <a16:creationId xmlns:a16="http://schemas.microsoft.com/office/drawing/2014/main" id="{6B6CA648-C247-409E-D87B-8007023C12EF}"/>
              </a:ext>
            </a:extLst>
          </p:cNvPr>
          <p:cNvSpPr/>
          <p:nvPr/>
        </p:nvSpPr>
        <p:spPr>
          <a:xfrm>
            <a:off x="579782" y="238539"/>
            <a:ext cx="11032435" cy="6380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600" dirty="0"/>
              <a:t>ENDPOINTS</a:t>
            </a:r>
            <a:endParaRPr lang="he-IL" sz="3600" dirty="0"/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DA76A13D-E4D1-5387-6288-30D02110067B}"/>
              </a:ext>
            </a:extLst>
          </p:cNvPr>
          <p:cNvSpPr/>
          <p:nvPr/>
        </p:nvSpPr>
        <p:spPr>
          <a:xfrm>
            <a:off x="1474303" y="1282150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POST /Event</a:t>
            </a:r>
            <a:endParaRPr lang="he-IL" sz="3600" dirty="0"/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0ECDDB46-9479-C3A9-D5CA-42CDB951FA35}"/>
              </a:ext>
            </a:extLst>
          </p:cNvPr>
          <p:cNvSpPr/>
          <p:nvPr/>
        </p:nvSpPr>
        <p:spPr>
          <a:xfrm>
            <a:off x="1474303" y="2445029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POST /Msg</a:t>
            </a:r>
            <a:endParaRPr lang="he-IL" sz="3600" dirty="0"/>
          </a:p>
        </p:txBody>
      </p:sp>
      <p:sp>
        <p:nvSpPr>
          <p:cNvPr id="2" name="מלבן 1">
            <a:extLst>
              <a:ext uri="{FF2B5EF4-FFF2-40B4-BE49-F238E27FC236}">
                <a16:creationId xmlns:a16="http://schemas.microsoft.com/office/drawing/2014/main" id="{5C507325-F8EA-73CF-5355-1529C0F2045C}"/>
              </a:ext>
            </a:extLst>
          </p:cNvPr>
          <p:cNvSpPr/>
          <p:nvPr/>
        </p:nvSpPr>
        <p:spPr>
          <a:xfrm>
            <a:off x="1474303" y="3607908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CRUD /Protocol</a:t>
            </a:r>
            <a:endParaRPr lang="he-IL" sz="3600" dirty="0"/>
          </a:p>
        </p:txBody>
      </p:sp>
      <p:sp>
        <p:nvSpPr>
          <p:cNvPr id="4" name="מלבן 3">
            <a:extLst>
              <a:ext uri="{FF2B5EF4-FFF2-40B4-BE49-F238E27FC236}">
                <a16:creationId xmlns:a16="http://schemas.microsoft.com/office/drawing/2014/main" id="{E861C3A8-21F2-C310-037E-19ADF528107B}"/>
              </a:ext>
            </a:extLst>
          </p:cNvPr>
          <p:cNvSpPr/>
          <p:nvPr/>
        </p:nvSpPr>
        <p:spPr>
          <a:xfrm>
            <a:off x="1474302" y="4770787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GET /SYSTEM</a:t>
            </a:r>
            <a:endParaRPr lang="he-IL" sz="3600" dirty="0"/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E71D3668-866B-5522-7A11-8EA3C341D36B}"/>
              </a:ext>
            </a:extLst>
          </p:cNvPr>
          <p:cNvSpPr/>
          <p:nvPr/>
        </p:nvSpPr>
        <p:spPr>
          <a:xfrm>
            <a:off x="1474302" y="5814398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PUT /SYSTEM</a:t>
            </a:r>
            <a:endParaRPr lang="he-IL" sz="3600" dirty="0"/>
          </a:p>
        </p:txBody>
      </p:sp>
    </p:spTree>
    <p:extLst>
      <p:ext uri="{BB962C8B-B14F-4D97-AF65-F5344CB8AC3E}">
        <p14:creationId xmlns:p14="http://schemas.microsoft.com/office/powerpoint/2010/main" val="3697083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FADAD-4FD9-DAFD-9D88-005EB4050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מלבן 4">
            <a:extLst>
              <a:ext uri="{FF2B5EF4-FFF2-40B4-BE49-F238E27FC236}">
                <a16:creationId xmlns:a16="http://schemas.microsoft.com/office/drawing/2014/main" id="{224CD16E-4257-9F04-7D38-B3DE9E1BD72A}"/>
              </a:ext>
            </a:extLst>
          </p:cNvPr>
          <p:cNvSpPr/>
          <p:nvPr/>
        </p:nvSpPr>
        <p:spPr>
          <a:xfrm>
            <a:off x="579782" y="238539"/>
            <a:ext cx="11032435" cy="6380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600" dirty="0"/>
              <a:t>ENDPOINTS</a:t>
            </a:r>
            <a:endParaRPr lang="he-IL" sz="3600" dirty="0"/>
          </a:p>
        </p:txBody>
      </p:sp>
    </p:spTree>
    <p:extLst>
      <p:ext uri="{BB962C8B-B14F-4D97-AF65-F5344CB8AC3E}">
        <p14:creationId xmlns:p14="http://schemas.microsoft.com/office/powerpoint/2010/main" val="3951418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E9DBF-B551-7904-589F-6232450FA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מלבן 8">
            <a:extLst>
              <a:ext uri="{FF2B5EF4-FFF2-40B4-BE49-F238E27FC236}">
                <a16:creationId xmlns:a16="http://schemas.microsoft.com/office/drawing/2014/main" id="{07BB3862-7D0E-A731-9B8B-F37DC0166B5C}"/>
              </a:ext>
            </a:extLst>
          </p:cNvPr>
          <p:cNvSpPr/>
          <p:nvPr/>
        </p:nvSpPr>
        <p:spPr>
          <a:xfrm>
            <a:off x="117987" y="265471"/>
            <a:ext cx="11661058" cy="646962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3600" b="1" dirty="0"/>
              <a:t>מערכת ההיסטוריה</a:t>
            </a:r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EF6D02A2-7BBB-FEE2-4033-9CCAECAAE22F}"/>
              </a:ext>
            </a:extLst>
          </p:cNvPr>
          <p:cNvSpPr/>
          <p:nvPr/>
        </p:nvSpPr>
        <p:spPr>
          <a:xfrm>
            <a:off x="1446304" y="1346374"/>
            <a:ext cx="9004423" cy="1312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6600" dirty="0"/>
              <a:t>סוכן היסטוריה</a:t>
            </a:r>
            <a:endParaRPr lang="en-US" sz="6600" dirty="0"/>
          </a:p>
        </p:txBody>
      </p:sp>
      <p:sp>
        <p:nvSpPr>
          <p:cNvPr id="13" name="מלבן 12">
            <a:extLst>
              <a:ext uri="{FF2B5EF4-FFF2-40B4-BE49-F238E27FC236}">
                <a16:creationId xmlns:a16="http://schemas.microsoft.com/office/drawing/2014/main" id="{ECB6C679-8BBE-3022-8906-74130ED27F3D}"/>
              </a:ext>
            </a:extLst>
          </p:cNvPr>
          <p:cNvSpPr/>
          <p:nvPr/>
        </p:nvSpPr>
        <p:spPr>
          <a:xfrm>
            <a:off x="1446304" y="5280420"/>
            <a:ext cx="9004423" cy="1312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8000" b="1" dirty="0"/>
              <a:t>DB</a:t>
            </a:r>
          </a:p>
        </p:txBody>
      </p:sp>
      <p:sp>
        <p:nvSpPr>
          <p:cNvPr id="14" name="מלבן 13">
            <a:extLst>
              <a:ext uri="{FF2B5EF4-FFF2-40B4-BE49-F238E27FC236}">
                <a16:creationId xmlns:a16="http://schemas.microsoft.com/office/drawing/2014/main" id="{148A4966-E119-C491-6187-E305A7483849}"/>
              </a:ext>
            </a:extLst>
          </p:cNvPr>
          <p:cNvSpPr/>
          <p:nvPr/>
        </p:nvSpPr>
        <p:spPr>
          <a:xfrm>
            <a:off x="9389806" y="3077499"/>
            <a:ext cx="1060921" cy="18754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000" dirty="0">
                <a:solidFill>
                  <a:srgbClr val="FFFF00"/>
                </a:solidFill>
              </a:rPr>
              <a:t>סיכום שבועי \ חודשי \ ...</a:t>
            </a:r>
            <a:endParaRPr lang="en-US" sz="2000" dirty="0">
              <a:solidFill>
                <a:srgbClr val="FFFF00"/>
              </a:solidFill>
            </a:endParaRPr>
          </a:p>
        </p:txBody>
      </p:sp>
      <p:sp>
        <p:nvSpPr>
          <p:cNvPr id="15" name="מלבן 14">
            <a:extLst>
              <a:ext uri="{FF2B5EF4-FFF2-40B4-BE49-F238E27FC236}">
                <a16:creationId xmlns:a16="http://schemas.microsoft.com/office/drawing/2014/main" id="{E899F42D-174F-1F62-9C47-C8947C1D7853}"/>
              </a:ext>
            </a:extLst>
          </p:cNvPr>
          <p:cNvSpPr/>
          <p:nvPr/>
        </p:nvSpPr>
        <p:spPr>
          <a:xfrm>
            <a:off x="7074792" y="3077499"/>
            <a:ext cx="1962017" cy="18754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000" dirty="0">
                <a:solidFill>
                  <a:srgbClr val="FFFF00"/>
                </a:solidFill>
              </a:rPr>
              <a:t>שאילתות של הסוכנים</a:t>
            </a:r>
            <a:endParaRPr lang="en-US" sz="2000" dirty="0">
              <a:solidFill>
                <a:srgbClr val="FFFF00"/>
              </a:solidFill>
            </a:endParaRPr>
          </a:p>
        </p:txBody>
      </p:sp>
      <p:sp>
        <p:nvSpPr>
          <p:cNvPr id="16" name="מלבן 15">
            <a:extLst>
              <a:ext uri="{FF2B5EF4-FFF2-40B4-BE49-F238E27FC236}">
                <a16:creationId xmlns:a16="http://schemas.microsoft.com/office/drawing/2014/main" id="{FBFF6FB5-3CAE-8912-61ED-880D8E57B26D}"/>
              </a:ext>
            </a:extLst>
          </p:cNvPr>
          <p:cNvSpPr/>
          <p:nvPr/>
        </p:nvSpPr>
        <p:spPr>
          <a:xfrm>
            <a:off x="4640826" y="2985939"/>
            <a:ext cx="1986116" cy="19670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000" dirty="0">
                <a:solidFill>
                  <a:srgbClr val="FFFF00"/>
                </a:solidFill>
              </a:rPr>
              <a:t>כתיבה של מידע חדש על ידי הסוכן הראשי</a:t>
            </a:r>
            <a:endParaRPr lang="en-US" sz="2000" dirty="0">
              <a:solidFill>
                <a:srgbClr val="FFFF00"/>
              </a:solidFill>
            </a:endParaRP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7F0F1257-310A-8F23-00AF-747C3081C267}"/>
              </a:ext>
            </a:extLst>
          </p:cNvPr>
          <p:cNvSpPr/>
          <p:nvPr/>
        </p:nvSpPr>
        <p:spPr>
          <a:xfrm>
            <a:off x="1446304" y="2985939"/>
            <a:ext cx="2746672" cy="19670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000" dirty="0">
                <a:solidFill>
                  <a:srgbClr val="FFFF00"/>
                </a:solidFill>
              </a:rPr>
              <a:t>במקרה של סיכום גזרתי נפנה לטווח הרלוונטי שסוכם ב </a:t>
            </a:r>
            <a:r>
              <a:rPr lang="en-US" sz="2000" dirty="0">
                <a:solidFill>
                  <a:srgbClr val="FFFF00"/>
                </a:solidFill>
              </a:rPr>
              <a:t>DB </a:t>
            </a:r>
            <a:r>
              <a:rPr lang="he-IL" sz="2000" dirty="0">
                <a:solidFill>
                  <a:srgbClr val="FFFF00"/>
                </a:solidFill>
              </a:rPr>
              <a:t>על ידי סוכן ההיסטוריה</a:t>
            </a:r>
            <a:endParaRPr lang="en-US" sz="20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33937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176</Words>
  <Application>Microsoft Office PowerPoint</Application>
  <PresentationFormat>מסך רחב</PresentationFormat>
  <Paragraphs>36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ערכת נושא Office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Shlomi Ganon</dc:creator>
  <cp:lastModifiedBy>Shlomi Ganon</cp:lastModifiedBy>
  <cp:revision>8</cp:revision>
  <dcterms:created xsi:type="dcterms:W3CDTF">2026-08-20T13:54:18Z</dcterms:created>
  <dcterms:modified xsi:type="dcterms:W3CDTF">2026-08-20T14:40:19Z</dcterms:modified>
</cp:coreProperties>
</file>